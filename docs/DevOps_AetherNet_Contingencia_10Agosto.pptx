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548640"/>
            <a:ext cx="3200400" cy="3200400"/>
          </a:xfrm>
          <a:prstGeom prst="ellipse">
            <a:avLst/>
          </a:prstGeom>
          <a:solidFill>
            <a:srgbClr val="2EC4B6">
              <a:alpha val="10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389120"/>
            <a:ext cx="2011680" cy="2011680"/>
          </a:xfrm>
          <a:prstGeom prst="ellipse">
            <a:avLst/>
          </a:prstGeom>
          <a:solidFill>
            <a:srgbClr val="E94E3C">
              <a:alpha val="12000"/>
            </a:srgbClr>
          </a:solidFill>
          <a:ln w="12700">
            <a:solidFill>
              <a:srgbClr val="E94E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0080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(DÍA 4)  •  DESARROLLO INDIVIDUAL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AetherNet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Autonomous Rover  |  TS6D3 DevOps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Confiabilidad y DevOps en la Práctica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local-first, FOSS y automatización continua desarrollada íntegramente por un único desarrollador.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6217920" cy="219456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319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spc="6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FOSS (Free and Open Source Software): Cero dependencia de nubes propietarias.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local: Todo el equipamiento disponible en casa desde antes (sin depender de laboratorios).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(Message Queuing Telemetry Transport): Protocolo ligero pub/sub para IoT en LAN.
</a:t>
            </a:r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7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Proyecto Integrador 5° Semestre — UTP (Iniciado el 12 de agosto de 2026).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822960"/>
            <a:ext cx="3657600" cy="5212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051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94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978408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3816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• Día 4 de ejecución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2194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ejecución: 12 de agosto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0" y="256032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6517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spc="60" kern="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Y DECISIÓN
</a:t>
            </a:r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9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sismo del 10 al 12 de agosto, tomé la decisión individual de desarrollar AetherNet.
</a:t>
            </a:r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diseño, código y despliegue ha sido hecho por mí solo.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438912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INDIVIDUAL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Felipe Martínez Henao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• UTP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0" y="5577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local propio en casa • Cero dependencia de lab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10 al 12 de agosto: Origen y decisión individual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Sismo regional • Inicio formal el 12 de agosto • Ejecución autónoma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640080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A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DE ARRANQUE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201168" cy="201168"/>
          </a:xfrm>
          <a:prstGeom prst="ellipse">
            <a:avLst/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48840"/>
            <a:ext cx="18288" cy="731520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745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Agosto • Sismo 7.4 Mw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telúrico que impactó Pereira y Dosquebradas. Suspensión temporal de actividades presenciales en la UTP.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880360"/>
            <a:ext cx="201168" cy="201168"/>
          </a:xfrm>
          <a:prstGeom prst="ellipse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108960"/>
            <a:ext cx="18288" cy="731520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8346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Agosto • Análisis de contingencia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escenarios de continuidad académica y viabilidad de desarrollo de sistemas embebidos e IoT a distancia.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01168" cy="20116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069080"/>
            <a:ext cx="18288" cy="731520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7947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Agosto • Decisión de inicio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Tomé la decisión individual de iniciar AetherNet como proyecto integrador, diseñando una arquitectura robusta, local-first y autónoma.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1560" y="480060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7548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(12 de Septiembre) • Sprint 3 (Día 4)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49834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cuenta con ejecución real avanzada (Docker, CI/CD, MQTT, firmware MEGA/UNO, app Android en desarrollo).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325880"/>
            <a:ext cx="4023360" cy="4937760"/>
          </a:xfrm>
          <a:prstGeom prst="roundRect">
            <a:avLst>
              <a:gd name="adj" fmla="val 4091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3524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HARDWARE LOCAL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352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dependencia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laboratorios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35240" y="2743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hardware necesario (ESP32, Arduino MEGA, Arduino UNO, sensores, módulos RF) lo poseo en casa desde hace bastante tiempo.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3703320"/>
            <a:ext cx="3566160" cy="128016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76732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6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UNIPERSONAL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Autor: Andrés Felipe Martínez Henao.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Arquitectura, código, firmware y despliegues realizados por una sola persona.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total sobre cada capa del sistema.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35240" y="516636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1A9E94"/>
          </a:solidFill>
          <a:ln w="12700">
            <a:solidFill>
              <a:srgbClr val="1A9E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• EJECUCIÓN ACTIVA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AetherNet: FOSS y MQTT en el centro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 • Arquitectura en red local • Autonomía operativa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8655" cy="868680"/>
          </a:xfrm>
          <a:prstGeom prst="roundRect">
            <a:avLst>
              <a:gd name="adj" fmla="val 14737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5331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— FOSS (Free and Open Source Software):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 y de código abierto. Garantiza que toda la plataforma esté construida sin licencias privativas, sin SDKs cerrados y sin dependencias de nubes comerciales (como AWS o Tuya Cloud), asegurando soberanía tecnológica total.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429000" cy="37490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2 — MQTT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00200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Queuing Telemetry Transport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Protocolo de mensajería ligero basado en publicación/suscripción (Pub/Sub).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Diseñado para dispositivos con recursos limitados y redes inestables.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AetherNet, el broker Mosquitto gestiona los tópicos 'aethernet/#' entre app, gateway y backend en la LAN.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79976" y="2331720"/>
            <a:ext cx="3429000" cy="37490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48656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3 — Local-First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48656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en el Borde (Edge)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54296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Arduino MEGA toma decisiones de acceso autónomas sin requerir red.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backend en Docker (PostgreSQL + FastAPI) persiste auditorías localmente.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sistema sigue operando aunque el router pierda conexión a internet.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28432" y="2331720"/>
            <a:ext cx="3429000" cy="37490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7112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4 — Ejecución Individual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97112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Autónomo en Sprint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02752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Diseñado, programado y probado por Andrés Felipe Martínez Henao.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propio disponible en casa desde antes (cero necesidad de laboratorio).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Trazabilidad total con Git y GitHub Actions.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distribuida en 3 capas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hardware • Comunicación por MQTT y UART • Resiliencia en red 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865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5087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Computing (Microcontroladores en casa)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  •  Arduino UNO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4173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Hardware propio operando localmente (sin depender de laboratorios UTP).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MEGA: Cerrojo físico (Keypad 4x4 + Servo MG90S + LED RGB local + Láser KY-008).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UNO: Rover tanque oruga (L298N + HC-SR04 + 3x TCRT5000 anti-caída).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Autonomía total: las decisiones críticas de seguridad se toman en el borde.
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072865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0632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de Coordinación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310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NodeMCU (C++)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2971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Puente de comunicación multiprotocolo en tiempo real.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Puerto Serial UART (38400 bps) con Arduino MEGA.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Radiofrecuencia 2.4 GHz (nRF24L01+) con Arduino UNO.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Conexión Wi-Fi local para publicar telemetría y recibir comandos vía MQTT.
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72865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6177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y Aplicación (Docker en LAN)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4864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PostgreSQL  •  Mosquitto MQTT  •  Android Compose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4526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+ PostgreSQL 16: API REST y auditoría persistente.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Mosquitto MQTT: Broker central que enruta tópicos aethernet/# en &lt;50ms.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Android (Jetpack Compose): Joystick virtual y pantallas de control.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Todo ejecutándose de forma local sin requerir internet externo.
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5989320"/>
            <a:ext cx="10728655" cy="502920"/>
          </a:xfrm>
          <a:prstGeom prst="roundRect">
            <a:avLst>
              <a:gd name="adj" fmla="val 18182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9893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MQTT: El protocolo ligero MQTT permite que los eventos fluyan instantáneamente entre microcontroladores y backend en la LAN.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Soberanía FOSS y enfoque Local-First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 de código • Cero dependencias comerciales • Autonomía ante fallos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429000" cy="43891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00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Soberanía FOSS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 y Abierto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utilizar librerías propietarias ni SDKs de pago, tengo control absoluto sobre el código fuente en cada nivel. 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cumple estrictamente con el requisito RNF-3.1 de la especificación del proyecto.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79976" y="1325880"/>
            <a:ext cx="3429000" cy="43891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1600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Protocolo MQTT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0096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y Bajo Ancho de Banda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54296" y="233172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Mosquitto MQTT permite publicaciones rápidas y colas de mensajes con sobrecarga mínima de red.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arquitecturas IoT distribuidas donde la latencia y el consumo energético son críticos.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28432" y="1325880"/>
            <a:ext cx="3429000" cy="43891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600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88552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Desarrollo Individual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8855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Compromiso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02752" y="233172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de código, esquema de conexión Fritzing, script de Docker y prueba unitaria ha sido desarrollada y validada por mí mismo.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rigor técnico unipersonal.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5852160"/>
            <a:ext cx="10728655" cy="594360"/>
          </a:xfrm>
          <a:prstGeom prst="roundRect">
            <a:avLst>
              <a:gd name="adj" fmla="val 15385"/>
            </a:avLst>
          </a:prstGeom>
          <a:solidFill>
            <a:srgbClr val="EBF2F7"/>
          </a:solidFill>
          <a:ln w="12700">
            <a:solidFill>
              <a:srgbClr val="EB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521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TÉCNICO: FOSS + MQTT + Hardware propio en casa garantizan un desarrollo independiente, robusto y sin cuellos de botella.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aplicado desde el día 1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• Trazabilidad en Git • Entornos reproducibles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8655" cy="777240"/>
          </a:xfrm>
          <a:prstGeom prst="roundRect">
            <a:avLst>
              <a:gd name="adj" fmla="val 16471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INGENIERÍA: </a:t>
            </a:r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DevOps como desarrollador individual no es burocracia,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establecer disciplina de calidad, pruebas automáticas y despliegues limpios desde el primer commit.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429000" cy="34747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48840" y="2514600"/>
            <a:ext cx="594360" cy="5943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unificado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Levanto el backend, la base de datos y el broker MQTT con un único comando estandarizado, asegurando idéntico comportamiento local.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79976" y="2240280"/>
            <a:ext cx="3429000" cy="34747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97296" y="2514600"/>
            <a:ext cx="594360" cy="594360"/>
          </a:xfrm>
          <a:prstGeom prst="ellipse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4296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3566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Backlog MoSCoW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54296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de usuario (HU) y requisito funcional (RF) está vinculado a commits limpios, ramas de características y documentación indexada.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28432" y="2240280"/>
            <a:ext cx="3429000" cy="347472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45752" y="2514600"/>
            <a:ext cx="594360" cy="594360"/>
          </a:xfrm>
          <a:prstGeom prst="ellipse">
            <a:avLst/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Continua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02752" y="3566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GitHub Actions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02752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automática de firmware C++ y pruebas de backend en cada push, garantizando cero errores de sintaxis antes de integrar.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5852160"/>
            <a:ext cx="10728655" cy="594360"/>
          </a:xfrm>
          <a:prstGeom prst="roundRect">
            <a:avLst>
              <a:gd name="adj" fmla="val 15385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521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 flujo de trabajo profesional, ordenado y 100% automatizado en Sprint 3.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técnico: Docker Compose y MQTT en la 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1 DevOps • RNF-1.1 • Orquestación local robusta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9C8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(Implementado)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'3.8'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05840" y="202996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5840" y="22311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05840" y="243230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05840" y="2633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 [ postgres_data:/var/lib/postgresql/data ]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 { test: ['CMD', 'pg_isready'] }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05840" y="3035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mosquitto: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05840" y="323697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eclipse-mosquitto:2.0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343814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['1883:1883', '9001:9001']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5840" y="36393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fastapi: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./backend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05840" y="404164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{ postgres: { condition: service_healthy } }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5840" y="424281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['8000:8000']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05840" y="493776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
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Levanta PostgreSQL, Mosquitto MQTT y FastAPI en la LAN.
</a:t>
            </a:r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7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-f http://localhost:8000/health  →  {"status":"ok"}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1325880"/>
            <a:ext cx="4876495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508760"/>
            <a:ext cx="320040" cy="32004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0" y="1463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12280" y="18288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para auditoría de eventos de acceso y telemetría. Volumen persistente configurado.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4876495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301752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Eclipse Mosquitto 2.0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:1883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2280" y="33375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oficial. Gestiona la mensajería pub/sub local entre app, gateway ESP32 y backend.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4343400"/>
            <a:ext cx="4876495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4526280"/>
            <a:ext cx="320040" cy="320040"/>
          </a:xfrm>
          <a:prstGeom prst="ellipse">
            <a:avLst/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(Python 3.12)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4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12280" y="48463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central con documentación OpenAPI (/docs) y endpoint de verificación (/health).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83680" y="5852160"/>
            <a:ext cx="4876495" cy="594360"/>
          </a:xfrm>
          <a:prstGeom prst="roundRect">
            <a:avLst>
              <a:gd name="adj" fmla="val 15385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5852160"/>
            <a:ext cx="4602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Variables de entorno parametrizadas con .env.example versionado y .env excluido en .gitignore.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" cy="65836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Automatización de Software y Firmware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DevOps • RNF-1.2 • GitHub Actions compilando C++ con arduino-cli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8655" cy="640080"/>
          </a:xfrm>
          <a:prstGeom prst="roundRect">
            <a:avLst>
              <a:gd name="adj" fmla="val 17143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ACTIVO: on: push (todas las ramas)  |  pull_request -&gt; main / develop  |  Validación continua en cada commit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860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Backend 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Linting estricto con ruff.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Tipado estático con mypy.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Pruebas unitarias con pytest.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56432" y="210312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22860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E94E3C"/>
          </a:solidFill>
          <a:ln w="12700">
            <a:solidFill>
              <a:srgbClr val="E94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arduino-cli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39312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Firmware CI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9312" y="3017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Matriz de compilación C++.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ESP32, MEGA y UNO.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sin requerir placa.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81344" y="210312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22860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Test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364224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Docker Verify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4224" y="3017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limpio de imágenes.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Levanta stack en contenedor CI.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 endpoint /health.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06256" y="210312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89136" y="22860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7A8B9E"/>
          </a:solidFill>
          <a:ln w="12700">
            <a:solidFill>
              <a:srgbClr val="7A8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089136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Calidad &amp; Sec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89136" y="3017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Escaneo de secretos en repo.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de dependencias.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deuda técnica.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10728655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5840" y="443484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A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TÉCNICA: CI HEADLESS PARA FIRMWARE EMBEBIDO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5840" y="470916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Compilación automatizada de microcontroladores con arduino-cli en GitHub Actions: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modifico el código en C++ para el ESP32, el Arduino MEGA o el Arduino UNO, el pipeline descarga los toolchains oficiales y compila los sketches automáticamente. Esto garantiza que ningún cambio rompa la compilación antes de flashear el hardware real en casa.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técnico verificado en Sprint 3: Pipelines en verde y compilación multiplataforma validada.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457200"/>
            <a:ext cx="3657600" cy="3657600"/>
          </a:xfrm>
          <a:prstGeom prst="ellipse">
            <a:avLst/>
          </a:prstGeom>
          <a:solidFill>
            <a:srgbClr val="2EC4B6">
              <a:alpha val="10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389120"/>
            <a:ext cx="2743200" cy="2743200"/>
          </a:xfrm>
          <a:prstGeom prst="ellipse">
            <a:avLst/>
          </a:prstGeom>
          <a:solidFill>
            <a:srgbClr val="E94E3C">
              <a:alpha val="12000"/>
            </a:srgbClr>
          </a:solidFill>
          <a:ln w="12700">
            <a:solidFill>
              <a:srgbClr val="E94E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59436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SPRINT 3 (DÍA 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individual,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real y sólida.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Construido íntegramente por Andrés Felipe Martínez Henao con hardware propio en casa.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6217920" cy="3017520"/>
          </a:xfrm>
          <a:prstGeom prst="roundRect">
            <a:avLst>
              <a:gd name="adj" fmla="val 48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832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spc="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LOGROS ALCANZADOS A LA FECHA (SPRINT 3)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 100% FOSS y Local-First con MQTT y Docker Compose.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Firmware MEGA (cerrojo + láser) y UNO (rover + TCRT5000 + HC-SR04) funcionales.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Android (Jetpack Compose) con joystick virtual MQTT operativo.
</a:t>
            </a:r>
            <a:pPr indent="0" marL="0">
              <a:lnSpc>
                <a:spcPct val="120000"/>
              </a:lnSpc>
              <a:buNone/>
            </a:pPr>
            <a:r>
              <a:rPr lang="en-US" sz="900" b="1" spc="5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PRÓXIMOS PASOS (SPRINT 4)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 EMA en Python y portado a microcontroladores.
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 de seguridad vía Telegram y cierre de integración E2E.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4114800" cy="5166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17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438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A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EVALUACIÓN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43800" y="1645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¿Comentarios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dudas?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80960" y="2606040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valida el pipeline la compilación de firmware con arduino-cli?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manera el protocolo MQTT optimiza la comunicación en la LAN?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80960" y="3794760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asegura la persistencia de datos en el contenedor PostgreSQL?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80960" y="4389120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ventajas aporta el desarrollo unipersonal en la trazabilidad del código?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35240" y="512064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5120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 por su atención!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AetherNet DevOps - Presentación de Proyecto (Sprint 3)</dc:title>
  <dc:subject>TS6D3 DevOps - Proyecto Integrador AetherNet</dc:subject>
  <dc:creator>Andrés Felipe Martínez Henao</dc:creator>
  <cp:lastModifiedBy>Andrés Felipe Martínez Henao</cp:lastModifiedBy>
  <cp:revision>1</cp:revision>
  <dcterms:created xsi:type="dcterms:W3CDTF">2026-09-13T03:40:05Z</dcterms:created>
  <dcterms:modified xsi:type="dcterms:W3CDTF">2026-09-13T03:40:05Z</dcterms:modified>
</cp:coreProperties>
</file>